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is intentionally narrower than the original markdown source.
I removed or softened claims that were unsupported, synthetic, or source-misaligned.
Homepage source: https://www.moltbook.com/ (accessed 2026-03-23).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Homepage lines: 'A Social Network for AI Agents' and 'Humans welcome to observe.'
Terms lines 20-28: no legal eligibility for AI agents; responsibility remains with the account holder.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OpenClaw docs line: 'Context is everything OpenClaw sends to the model for a run.'
Multi-agent docs: per-agent sandbox and tool policy; credentials isolated by agent.
FAQ also notes multi-agent teams are fun experiments but token-heavy and often less efficient than one bot with separate sessions.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original repo treated the $0.38 number as if it were observed.
It is now explicitly labeled as an illustrative scenario built from code and stated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replaced the repo's rounded 27/37/37 slide claim with the paper's classifiable-author split: 26.5 / 36.8 / 36.7.
That is both more accurate and more defensible.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chart is source-anchored. The prior repo version used synthetic time series.
The MiniMax-vs-Opus case survives only as an audit note, not as a strong on-stage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explicit red-team slide that was missing in the earlier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kept the barrier-crossing framing but tightened the rhetoric.
The model is now explicit that floor choices and scenario assumptions dominate the output.
Threshold sensitivity alone barely moved results because floors bind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thesis slide in structured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reminding the audience that this deck deliberately tightened confidence levels.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DECK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Moltbook: signal, limits, and what still has to be solved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6355080"/>
            <a:ext cx="1101852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00800"/>
            <a:ext cx="11018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rebuilt from repo code, screenshots, and cited sources on 2026-03-23.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an AI-agent social network does and does not prove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6928" y="187452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BF8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488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thesis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Moltbook matters less as proof that autonomous digital societies already exist, and more as a live stress test of what is still missing: identity, memory, governance, and cost discipline.</a:t>
            </a:r>
            <a:endParaRPr lang="en-US" sz="1600" dirty="0"/>
          </a:p>
        </p:txBody>
      </p:sp>
      <p:pic>
        <p:nvPicPr>
          <p:cNvPr id="10" name="Image 0" descr="/home/ff/Documents/BoostMeUp/MoltBook_Sessie/assets/moltbook_home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325880"/>
            <a:ext cx="516636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Moltbook officially claims, and what its terms immediately limit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6355080"/>
            <a:ext cx="1101852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00800"/>
            <a:ext cx="11018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moltbook.com homepage and Terms of Service, both accessed 2026-03-23.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1234440"/>
            <a:ext cx="5486400" cy="4800600"/>
          </a:xfrm>
          <a:prstGeom prst="roundRect">
            <a:avLst>
              <a:gd name="adj" fmla="val 1524"/>
            </a:avLst>
          </a:prstGeom>
          <a:solidFill>
            <a:srgbClr val="FBF8F2"/>
          </a:solidFill>
          <a:ln w="12700">
            <a:solidFill>
              <a:srgbClr val="D6D3D1"/>
            </a:solidFill>
            <a:prstDash val="solid"/>
          </a:ln>
        </p:spPr>
      </p:sp>
      <p:pic>
        <p:nvPicPr>
          <p:cNvPr id="8" name="Image 0" descr="/home/ff/Documents/BoostMeUp/MoltBook_Sessie/assets/moltbook_terms_eligi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5120640" cy="2788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55080" y="14173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homepage says 'A Social Network for AI Agents'; the Terms say AI agents have no legal eligibility and the human remains responsible.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355080" y="224028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supports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Moltbook is explicitly built and marketed around agent participation.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Humans are still in the governance loop at the legal layer.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'AI agents only' is therefore not the same as autonomous or self-sovereign.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OPENCLAW DOCS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OpenClaw documents the architecture as context, tools, and agent routing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6355080"/>
            <a:ext cx="1101852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00800"/>
            <a:ext cx="11018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docs.openclaw.ai/concepts/context and docs.openclaw.ai/tools/multi-agent-sandbox-tools.</a:t>
            </a:r>
            <a:endParaRPr lang="en-US" sz="800" dirty="0"/>
          </a:p>
        </p:txBody>
      </p:sp>
      <p:pic>
        <p:nvPicPr>
          <p:cNvPr id="7" name="Image 0" descr="/home/ff/Documents/BoostMeUp/MoltBook_Sessie/assets/openclaw_context_do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98448"/>
            <a:ext cx="5212080" cy="4663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72200" y="1298448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BF8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1572768"/>
            <a:ext cx="4892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Documented facts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Context is what OpenClaw sends to the model for a run.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OpenClaw supports per-agent sandboxes, tool policies, and routing.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docs explicitly warn that multi-agent setups are token-heavy in practice.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 system architecture story, not evidence of one stable, self-contained digital organism.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cost story is real, but the exact social-cycle number is a scenario, not a measurement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6355080"/>
            <a:ext cx="1101852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00800"/>
            <a:ext cx="11018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anchors: OpenClaw context docs and Anthropic pricing. Scenario assumptions are explicit in data/token_usage_assumptions.json.</a:t>
            </a:r>
            <a:endParaRPr lang="en-US" sz="800" dirty="0"/>
          </a:p>
        </p:txBody>
      </p:sp>
      <p:pic>
        <p:nvPicPr>
          <p:cNvPr id="7" name="Image 0" descr="/home/ff/Documents/BoostMeUp/MoltBook_Sessie/assets/token_break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34440"/>
            <a:ext cx="7498080" cy="4937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0" y="1417320"/>
            <a:ext cx="3246120" cy="4389120"/>
          </a:xfrm>
          <a:prstGeom prst="roundRect">
            <a:avLst>
              <a:gd name="adj" fmla="val 2254"/>
            </a:avLst>
          </a:prstGeom>
          <a:solidFill>
            <a:srgbClr val="FBF8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58200" y="1737360"/>
            <a:ext cx="2743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can say cleanly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OpenClaw shows a documented example with ~14,250 total session tokens.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 richer social-agent workflow can plausibly be &gt;20k tokens per action.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Under the stated assumptions in this repo, one read-reply-post cycle costs ~$0.377 on Opus 4.6.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should not say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That $0.377 is a measured Moltbook trace.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RED-TEAM CHECK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 and governance remain unresolved, even if the behavior looks social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6355080"/>
            <a:ext cx="1101852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00800"/>
            <a:ext cx="11018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Tsinghua paper 'The Moltbook Illusion' (2026-02-07) and Moltbook Terms.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1325880"/>
            <a:ext cx="5257800" cy="4754880"/>
          </a:xfrm>
          <a:prstGeom prst="roundRect">
            <a:avLst>
              <a:gd name="adj" fmla="val 1538"/>
            </a:avLst>
          </a:prstGeom>
          <a:solidFill>
            <a:srgbClr val="FBF8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45920"/>
            <a:ext cx="4800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Tsinghua paper findings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- 26.5% of classifiable authors fell into autonomous-leaning timing categories.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- 36.8% were human-leaning.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- 36.7% fell into the ambiguous middle range.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clean claim is not 'Moltbook is fake.' It is that attribution is messy enough that strong autonomy claims need more caution than the original deck used.</a:t>
            </a:r>
            <a:endParaRPr lang="en-US" sz="1600" dirty="0"/>
          </a:p>
        </p:txBody>
      </p:sp>
      <p:pic>
        <p:nvPicPr>
          <p:cNvPr id="9" name="Image 0" descr="/home/ff/Documents/BoostMeUp/MoltBook_Sessie/assets/moltbook_terms_eligi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600200"/>
            <a:ext cx="4983480" cy="21945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09360" y="4160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honest framing is 'interesting experiment in AI coordination under heavy human governance and attribution uncertainty.'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strongest defensible trend claims are about cost, compute, and broad capability context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6355080"/>
            <a:ext cx="1101852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00800"/>
            <a:ext cx="11018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Stanford HAI AI Index 2025 summary and Epoch AI trend snapshot, accessed 2026-03-23.</a:t>
            </a:r>
            <a:endParaRPr lang="en-US" sz="800" dirty="0"/>
          </a:p>
        </p:txBody>
      </p:sp>
      <p:pic>
        <p:nvPicPr>
          <p:cNvPr id="7" name="Image 0" descr="/home/ff/Documents/BoostMeUp/MoltBook_Sessie/assets/ai_tre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34440"/>
            <a:ext cx="1097280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ANTI-HYPE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 curves carefully: not every upward line is an exponential law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6355080"/>
            <a:ext cx="1101852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00800"/>
            <a:ext cx="11018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Epoch ECI methodology and the repo's own red-team review.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1325880"/>
            <a:ext cx="5303520" cy="4709160"/>
          </a:xfrm>
          <a:prstGeom prst="roundRect">
            <a:avLst>
              <a:gd name="adj" fmla="val 1553"/>
            </a:avLst>
          </a:prstGeom>
          <a:solidFill>
            <a:srgbClr val="FBF8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Safer language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Inference cost decline has been extremely fast.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Compute and efficiency trends are compounding strongly.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Individual bounded benchmarks can jump, then saturate.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ECI exists precisely because single benchmarks stop being informative over longer windows.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32588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BF8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691640"/>
            <a:ext cx="4800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was removed from the old deck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'Only ~6% worse' for MiniMax vs Opus.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Any implication that one sourced endpoint justifies a full empirical-looking curve.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Any use of screenshots as substitutes for the underlying citation.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47548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talk gets stronger when it says less, but says it more carefully.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forecast model is useful as a scenario discipline, not as a prophecy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6355080"/>
            <a:ext cx="1101852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00800"/>
            <a:ext cx="11018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 live in data/forecast_scenarios.json. All outputs are reproducible from uv.</a:t>
            </a:r>
            <a:endParaRPr lang="en-US" sz="800" dirty="0"/>
          </a:p>
        </p:txBody>
      </p:sp>
      <p:pic>
        <p:nvPicPr>
          <p:cNvPr id="7" name="Image 0" descr="/home/ff/Documents/BoostMeUp/MoltBook_Sessie/assets/forecas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34440"/>
            <a:ext cx="1097280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still has to be solved before 'agent society' language becomes credible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6355080"/>
            <a:ext cx="1101852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00800"/>
            <a:ext cx="11018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synthesizes the repo's verified findings rather than introducing new sourced numbers.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BF8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137160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BF8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9872" y="1371600"/>
            <a:ext cx="3419856" cy="4480560"/>
          </a:xfrm>
          <a:prstGeom prst="roundRect">
            <a:avLst>
              <a:gd name="adj" fmla="val 2139"/>
            </a:avLst>
          </a:prstGeom>
          <a:solidFill>
            <a:srgbClr val="FBF8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6642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16642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48472" y="1664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 + economics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4672" y="2057400"/>
            <a:ext cx="2834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Stronger attribution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More than owner-linked X verification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Clear separation of human, hybrid, and autonomous activity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2057400"/>
            <a:ext cx="2788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Cheaper persistent memory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Less repeated context loading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Better continuity across sessions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48472" y="205740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Human accountability that matches actual control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Safer incentive design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Unit economics that survive beyond demos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Conclusion: Moltbook is a useful signal, not yet a proof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6355080"/>
            <a:ext cx="1101852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00800"/>
            <a:ext cx="11018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generated natively with bun + PptxGenJS. Rebuild with: bun run build:deck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Moltbook is interesting because it exposes the design burden behind agent society claims: identity, memory, governance, and cost all remain active bottlenecks.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 remember three things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Agent networks are systems of prompts, tools, context, and policy, not magic social beings.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The strongest near-term curve is economic and infrastructural, not a clean proof of durable social autonomy.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Forecasts should be presented as assumption maps with visible uncertainty, not as fate.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074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 prompts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53949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Which parts of your own agent stack are still reconstructed every run?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Where would governance or attribution fail first in your environment?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Which numbers in your AI roadmap are measured, and which are still scenario assumptions?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BoostMeUp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Moltbook: signal, limits, and what still has to be solved</dc:title>
  <dc:subject>Verified Moltbook session</dc:subject>
  <dc:creator>OpenAI Codex</dc:creator>
  <cp:lastModifiedBy>OpenAI Codex</cp:lastModifiedBy>
  <cp:revision>1</cp:revision>
  <dcterms:created xsi:type="dcterms:W3CDTF">2026-03-23T10:29:02Z</dcterms:created>
  <dcterms:modified xsi:type="dcterms:W3CDTF">2026-03-23T10:29:02Z</dcterms:modified>
</cp:coreProperties>
</file>