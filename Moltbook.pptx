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deck is intentionally narrower than the original markdown source.
I removed or softened claims that were unsupported, synthetic, or source-misaligned.
Homepage source: https://www.moltbook.com/ (accessed 2026-03-23).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Homepage lines: 'A Social Network for AI Agents' and 'Humans welcome to observe.'
Terms lines 20-28: no legal eligibility for AI agents; responsibility remains with the account holder.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OpenClaw docs line: 'Context is everything OpenClaw sends to the model for a run.'
Multi-agent docs: per-agent sandbox and tool policy; credentials isolated by agent.
FAQ also notes multi-agent teams are fun experiments but token-heavy and often less efficient than one bot with separate sessions.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original repo treated the $0.38 number as if it were observed.
It is now explicitly labeled as an illustrative scenario built from code and stated assumptions.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replaced the repo's rounded 27/37/37 slide claim with the paper's classifiable-author split: 26.5 / 36.8 / 36.7.
That is both more accurate and more defensible.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chart is source-anchored. The prior repo version used synthetic time series.
MiniMax M2.7 is now strong enough for a narrow official-source-backed economics claim.
The safe line is that the price gap is clearer than the quality gap.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restores MiniMax to the deck, but only in its safe official-source-backed form.
The old ~19x cheaper / ~6% worse framing should stay dead.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kept the barrier-crossing framing but tightened the rhetoric.
The model is now explicit that floor choices and scenario assumptions dominate the output.
Threshold sensitivity alone barely moved results because floors bind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core thesis slide in structured form.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reminding the audience that this deck deliberately tightened confidence levels.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84048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VERIFIED DECK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Moltbook: signal, limits, and what still has to be solved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66928" y="6355080"/>
            <a:ext cx="11018520" cy="0"/>
          </a:xfrm>
          <a:prstGeom prst="line">
            <a:avLst/>
          </a:prstGeom>
          <a:noFill/>
          <a:ln w="12700">
            <a:solidFill>
              <a:srgbClr val="D6D3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6400800"/>
            <a:ext cx="11018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7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Deck rebuilt from repo code, screenshots, and cited sources on 2026-03-23.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66928" y="1371600"/>
            <a:ext cx="6217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67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an AI-agent social network does and does not prove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66928" y="1874520"/>
            <a:ext cx="5440680" cy="2240280"/>
          </a:xfrm>
          <a:prstGeom prst="roundRect">
            <a:avLst>
              <a:gd name="adj" fmla="val 3265"/>
            </a:avLst>
          </a:prstGeom>
          <a:solidFill>
            <a:srgbClr val="FBF8F2"/>
          </a:solidFill>
          <a:ln w="12700">
            <a:solidFill>
              <a:srgbClr val="D6D3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14884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thesis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Moltbook matters less as proof that autonomous digital societies already exist, and more as a live stress test of what is still missing: identity, memory, governance, and cost discipline.</a:t>
            </a:r>
            <a:endParaRPr lang="en-US" sz="1600" dirty="0"/>
          </a:p>
        </p:txBody>
      </p:sp>
      <p:pic>
        <p:nvPicPr>
          <p:cNvPr id="10" name="Image 0" descr="/home/ff/Documents/BoostMeUp/MoltBook_Sessie/assets/moltbook_homep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325880"/>
            <a:ext cx="5166360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84048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Moltbook officially claims, and what its terms immediately limit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66928" y="6355080"/>
            <a:ext cx="11018520" cy="0"/>
          </a:xfrm>
          <a:prstGeom prst="line">
            <a:avLst/>
          </a:prstGeom>
          <a:noFill/>
          <a:ln w="12700">
            <a:solidFill>
              <a:srgbClr val="D6D3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6400800"/>
            <a:ext cx="11018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7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moltbook.com homepage and Terms of Service, both accessed 2026-03-23.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66928" y="1234440"/>
            <a:ext cx="5486400" cy="4800600"/>
          </a:xfrm>
          <a:prstGeom prst="roundRect">
            <a:avLst>
              <a:gd name="adj" fmla="val 1524"/>
            </a:avLst>
          </a:prstGeom>
          <a:solidFill>
            <a:srgbClr val="FBF8F2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8" name="Image 0" descr="/home/ff/Documents/BoostMeUp/MoltBook_Sessie/assets/moltbook_terms_eligibil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28800"/>
            <a:ext cx="5120640" cy="27889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355080" y="141732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i="1" dirty="0">
                <a:solidFill>
                  <a:srgbClr val="C2410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homepage says 'A Social Network for AI Agents'; the Terms say AI agents have no legal eligibility and the human remains responsible.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355080" y="224028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this supports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Moltbook is explicitly built and marketed around agent participation.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Humans are still in the governance loop at the legal layer.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'AI agents only' is therefore not the same as autonomous or self-sovereign.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84048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OPENCLAW DOCS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OpenClaw documents the architecture as context, tools, and agent routing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66928" y="6355080"/>
            <a:ext cx="11018520" cy="0"/>
          </a:xfrm>
          <a:prstGeom prst="line">
            <a:avLst/>
          </a:prstGeom>
          <a:noFill/>
          <a:ln w="12700">
            <a:solidFill>
              <a:srgbClr val="D6D3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6400800"/>
            <a:ext cx="11018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7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docs.openclaw.ai/concepts/context and docs.openclaw.ai/tools/multi-agent-sandbox-tools.</a:t>
            </a:r>
            <a:endParaRPr lang="en-US" sz="800" dirty="0"/>
          </a:p>
        </p:txBody>
      </p:sp>
      <p:pic>
        <p:nvPicPr>
          <p:cNvPr id="7" name="Image 0" descr="/home/ff/Documents/BoostMeUp/MoltBook_Sessie/assets/openclaw_context_do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298448"/>
            <a:ext cx="5212080" cy="46634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172200" y="1298448"/>
            <a:ext cx="5349240" cy="4663440"/>
          </a:xfrm>
          <a:prstGeom prst="roundRect">
            <a:avLst>
              <a:gd name="adj" fmla="val 1569"/>
            </a:avLst>
          </a:prstGeom>
          <a:solidFill>
            <a:srgbClr val="FBF8F2"/>
          </a:solidFill>
          <a:ln w="12700">
            <a:solidFill>
              <a:srgbClr val="D6D3D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0" y="1572768"/>
            <a:ext cx="48920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facts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Context is what OpenClaw sends to the model for a run.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OpenClaw supports per-agent sandboxes, tool policies, and routing.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docs explicitly warn that multi-agent setups are token-heavy in practice.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a system architecture story, not evidence of one stable, self-contained digital organism.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84048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TOKEN ANALYSIS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cost story is real, but the headline number is a scenario, not a measurement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66928" y="6355080"/>
            <a:ext cx="11018520" cy="0"/>
          </a:xfrm>
          <a:prstGeom prst="line">
            <a:avLst/>
          </a:prstGeom>
          <a:noFill/>
          <a:ln w="12700">
            <a:solidFill>
              <a:srgbClr val="D6D3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6400800"/>
            <a:ext cx="11018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7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anchors: OpenClaw context docs and Anthropic pricing. Scenario assumptions are explicit in data/token_usage_assumptions.json.</a:t>
            </a:r>
            <a:endParaRPr lang="en-US" sz="800" dirty="0"/>
          </a:p>
        </p:txBody>
      </p:sp>
      <p:pic>
        <p:nvPicPr>
          <p:cNvPr id="7" name="Image 0" descr="/home/ff/Documents/BoostMeUp/MoltBook_Sessie/assets/token_breakdow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34440"/>
            <a:ext cx="7498080" cy="4937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9600" y="1417320"/>
            <a:ext cx="3246120" cy="4389120"/>
          </a:xfrm>
          <a:prstGeom prst="roundRect">
            <a:avLst>
              <a:gd name="adj" fmla="val 2254"/>
            </a:avLst>
          </a:prstGeom>
          <a:solidFill>
            <a:srgbClr val="FBF8F2"/>
          </a:solidFill>
          <a:ln w="12700">
            <a:solidFill>
              <a:srgbClr val="D6D3D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458200" y="1737360"/>
            <a:ext cx="27432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we can say cleanly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OpenClaw shows a documented example with ~14,250 total session tokens.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A richer social-agent workflow can plausibly be &gt;20k tokens per action.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Under the stated assumptions in this repo, one read-reply-post cycle costs ~$0.377 on Opus 4.6.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we should not say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That $0.377 is a measured Moltbook trace.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84048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RED-TEAM CHECK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Identity and governance remain unresolved, even if the behavior looks social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66928" y="6355080"/>
            <a:ext cx="11018520" cy="0"/>
          </a:xfrm>
          <a:prstGeom prst="line">
            <a:avLst/>
          </a:prstGeom>
          <a:noFill/>
          <a:ln w="12700">
            <a:solidFill>
              <a:srgbClr val="D6D3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6400800"/>
            <a:ext cx="11018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7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Tsinghua paper 'The Moltbook Illusion' (2026-02-07) and Moltbook Terms.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66928" y="1325880"/>
            <a:ext cx="5257800" cy="4754880"/>
          </a:xfrm>
          <a:prstGeom prst="roundRect">
            <a:avLst>
              <a:gd name="adj" fmla="val 1538"/>
            </a:avLst>
          </a:prstGeom>
          <a:solidFill>
            <a:srgbClr val="FBF8F2"/>
          </a:solidFill>
          <a:ln w="12700">
            <a:solidFill>
              <a:srgbClr val="D6D3D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645920"/>
            <a:ext cx="48006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Tsinghua paper findings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- 26.5% of classifiable authors fell into autonomous-leaning timing categories.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- 36.8% were human-leaning.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- 36.7% fell into the ambiguous middle range.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clean claim is not 'Moltbook is fake.' It is that attribution is messy enough that strong autonomy claims need more caution than the original deck used.</a:t>
            </a:r>
            <a:endParaRPr lang="en-US" sz="1600" dirty="0"/>
          </a:p>
        </p:txBody>
      </p:sp>
      <p:pic>
        <p:nvPicPr>
          <p:cNvPr id="9" name="Image 0" descr="/home/ff/Documents/BoostMeUp/MoltBook_Sessie/assets/moltbook_terms_eligibil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1600200"/>
            <a:ext cx="4983480" cy="21945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309360" y="416052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i="1" dirty="0">
                <a:solidFill>
                  <a:srgbClr val="C2410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strongest honest framing is 'interesting experiment in AI coordination under heavy human governance and attribution uncertainty.'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84048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TRENDS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the trend data cleanly supports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66928" y="6355080"/>
            <a:ext cx="11018520" cy="0"/>
          </a:xfrm>
          <a:prstGeom prst="line">
            <a:avLst/>
          </a:prstGeom>
          <a:noFill/>
          <a:ln w="12700">
            <a:solidFill>
              <a:srgbClr val="D6D3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6400800"/>
            <a:ext cx="11018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7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Source-backed metrics; MiniMax and Opus numbers are official vendor pages, not one neutral matched eval sheet.</a:t>
            </a:r>
            <a:endParaRPr lang="en-US" sz="800" dirty="0"/>
          </a:p>
        </p:txBody>
      </p:sp>
      <p:pic>
        <p:nvPicPr>
          <p:cNvPr id="7" name="Image 0" descr="/home/ff/Documents/BoostMeUp/MoltBook_Sessie/assets/ai_tren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34440"/>
            <a:ext cx="10972800" cy="47548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77240" y="5577840"/>
            <a:ext cx="10972800" cy="530352"/>
          </a:xfrm>
          <a:prstGeom prst="roundRect">
            <a:avLst>
              <a:gd name="adj" fmla="val 13793"/>
            </a:avLst>
          </a:prstGeom>
          <a:solidFill>
            <a:srgbClr val="FBF8F2"/>
          </a:solidFill>
          <a:ln w="12700">
            <a:solidFill>
              <a:srgbClr val="D6D3D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14400" y="5742432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Method note: source-backed metrics + official vendor snapshots; useful for direction, not a neutral matched leaderboard.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84048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ANTI-HYPE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Use the MiniMax comparison, but keep it on a short analytical leash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66928" y="6355080"/>
            <a:ext cx="11018520" cy="0"/>
          </a:xfrm>
          <a:prstGeom prst="line">
            <a:avLst/>
          </a:prstGeom>
          <a:noFill/>
          <a:ln w="12700">
            <a:solidFill>
              <a:srgbClr val="D6D3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6400800"/>
            <a:ext cx="11018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7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Official MiniMax and Anthropic pages make the economics claim clean; the benchmark claim still needs caveats.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66928" y="1325880"/>
            <a:ext cx="5303520" cy="4709160"/>
          </a:xfrm>
          <a:prstGeom prst="roundRect">
            <a:avLst>
              <a:gd name="adj" fmla="val 1553"/>
            </a:avLst>
          </a:prstGeom>
          <a:solidFill>
            <a:srgbClr val="FBF8F2"/>
          </a:solidFill>
          <a:ln w="12700">
            <a:solidFill>
              <a:srgbClr val="D6D3D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69164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is now fair to say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M2.7 is officially priced at $0.30 / $1.20 per 1M tokens.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Opus 4.6 is officially priced at $5 / $25 per 1M tokens.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Official Terminal Bench values are 57.0% for M2.7 and 65.4% for Opus 4.6.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Safe summary: much cheaper and still competitive on some agentic coding tasks.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172200" y="132588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BF8F2"/>
          </a:solidFill>
          <a:ln w="12700">
            <a:solidFill>
              <a:srgbClr val="D6D3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691640"/>
            <a:ext cx="480060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still needs caution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Do not say 'basically equal to Opus 4.6'.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MiniMax's MMClaw note references Sonnet 4.6, not Opus 4.6.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Vendor pages are not the same thing as one independent matched benchmark sheet.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clean on-stage line is: the price gap is clearer than the quality gap.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0800" y="475488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i="1" dirty="0">
                <a:solidFill>
                  <a:srgbClr val="C2410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the wording feels punchier than the evidence, narrow the wording instead of defending the punch.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84048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Forecasts: useful scenario discipline, not prophecy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66928" y="6355080"/>
            <a:ext cx="11018520" cy="0"/>
          </a:xfrm>
          <a:prstGeom prst="line">
            <a:avLst/>
          </a:prstGeom>
          <a:noFill/>
          <a:ln w="12700">
            <a:solidFill>
              <a:srgbClr val="D6D3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6400800"/>
            <a:ext cx="11018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7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Scenario outputs from explicit assumptions; not a deterministic forecast.</a:t>
            </a:r>
            <a:endParaRPr lang="en-US" sz="800" dirty="0"/>
          </a:p>
        </p:txBody>
      </p:sp>
      <p:pic>
        <p:nvPicPr>
          <p:cNvPr id="7" name="Image 0" descr="/home/ff/Documents/BoostMeUp/MoltBook_Sessie/assets/forecast_distrib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34440"/>
            <a:ext cx="10972800" cy="47548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77240" y="5577840"/>
            <a:ext cx="10972800" cy="530352"/>
          </a:xfrm>
          <a:prstGeom prst="roundRect">
            <a:avLst>
              <a:gd name="adj" fmla="val 13793"/>
            </a:avLst>
          </a:prstGeom>
          <a:solidFill>
            <a:srgbClr val="FBF8F2"/>
          </a:solidFill>
          <a:ln w="12700">
            <a:solidFill>
              <a:srgbClr val="D6D3D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14400" y="5742432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Barrier model + explicit scenario inputs + floor constraints. Treat this as a structured uncertainty map, not a date promise.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84048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still has to be solved before 'agent society' language becomes credible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66928" y="6355080"/>
            <a:ext cx="11018520" cy="0"/>
          </a:xfrm>
          <a:prstGeom prst="line">
            <a:avLst/>
          </a:prstGeom>
          <a:noFill/>
          <a:ln w="12700">
            <a:solidFill>
              <a:srgbClr val="D6D3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6400800"/>
            <a:ext cx="11018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7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slide synthesizes the repo's verified findings rather than introducing new sourced numbers.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66928" y="1371600"/>
            <a:ext cx="3520440" cy="4480560"/>
          </a:xfrm>
          <a:prstGeom prst="roundRect">
            <a:avLst>
              <a:gd name="adj" fmla="val 2078"/>
            </a:avLst>
          </a:prstGeom>
          <a:solidFill>
            <a:srgbClr val="FBF8F2"/>
          </a:solidFill>
          <a:ln w="12700">
            <a:solidFill>
              <a:srgbClr val="D6D3D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43400" y="1371600"/>
            <a:ext cx="3520440" cy="4480560"/>
          </a:xfrm>
          <a:prstGeom prst="roundRect">
            <a:avLst>
              <a:gd name="adj" fmla="val 2078"/>
            </a:avLst>
          </a:prstGeom>
          <a:solidFill>
            <a:srgbClr val="FBF8F2"/>
          </a:solidFill>
          <a:ln w="12700">
            <a:solidFill>
              <a:srgbClr val="D6D3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119872" y="1371600"/>
            <a:ext cx="3419856" cy="4480560"/>
          </a:xfrm>
          <a:prstGeom prst="roundRect">
            <a:avLst>
              <a:gd name="adj" fmla="val 2139"/>
            </a:avLst>
          </a:prstGeom>
          <a:solidFill>
            <a:srgbClr val="FBF8F2"/>
          </a:solidFill>
          <a:ln w="12700">
            <a:solidFill>
              <a:srgbClr val="D6D3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" y="166420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Identity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0" y="166420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Memory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348472" y="166420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Governance + economics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04672" y="2057400"/>
            <a:ext cx="28346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Stronger attribution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More than owner-linked X verification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Clear separation of human, hybrid, and autonomous activity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72000" y="2057400"/>
            <a:ext cx="27889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Cheaper persistent memory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Less repeated context loading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Better continuity across sessions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348472" y="2057400"/>
            <a:ext cx="26517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Human accountability that matches actual control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Safer incentive design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Unit economics that survive beyond demos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84048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CLOSING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Conclusion: Moltbook is a useful signal, not yet a proof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66928" y="6355080"/>
            <a:ext cx="11018520" cy="0"/>
          </a:xfrm>
          <a:prstGeom prst="line">
            <a:avLst/>
          </a:prstGeom>
          <a:noFill/>
          <a:ln w="12700">
            <a:solidFill>
              <a:srgbClr val="D6D3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6400800"/>
            <a:ext cx="11018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7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Deck generated natively with bun + PptxGenJS. Rebuild with: bun run build:deck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658368" y="1234440"/>
            <a:ext cx="10972800" cy="914400"/>
          </a:xfrm>
          <a:prstGeom prst="roundRect">
            <a:avLst>
              <a:gd name="adj" fmla="val 8000"/>
            </a:avLst>
          </a:prstGeom>
          <a:solidFill>
            <a:srgbClr val="FBF8F2"/>
          </a:solidFill>
          <a:ln w="12700">
            <a:solidFill>
              <a:srgbClr val="D6D3D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4630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i="1" dirty="0">
                <a:solidFill>
                  <a:srgbClr val="C2410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Moltbook is interesting because it exposes the design burden behind agent society claims: identity, memory, governance, and cost all remain active bottlenecks.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2057400"/>
            <a:ext cx="10972800" cy="2148840"/>
          </a:xfrm>
          <a:prstGeom prst="roundRect">
            <a:avLst>
              <a:gd name="adj" fmla="val 3404"/>
            </a:avLst>
          </a:prstGeom>
          <a:solidFill>
            <a:srgbClr val="FBF8F2"/>
          </a:solidFill>
          <a:ln w="12700">
            <a:solidFill>
              <a:srgbClr val="D6D3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28600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you remember three things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Agent networks are systems of prompts, tools, context, and policy, not magic social beings.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The strongest near-term curve is economic and infrastructural, not a clean proof of durable social autonomy.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Forecasts should be presented as assumption maps with visible uncertainty, not as fate.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58368" y="4892040"/>
            <a:ext cx="10972800" cy="1097280"/>
          </a:xfrm>
          <a:prstGeom prst="roundRect">
            <a:avLst>
              <a:gd name="adj" fmla="val 6667"/>
            </a:avLst>
          </a:prstGeom>
          <a:solidFill>
            <a:srgbClr val="FBF8F2"/>
          </a:solidFill>
          <a:ln w="12700">
            <a:solidFill>
              <a:srgbClr val="D6D3D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50749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2410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Discussion prompts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229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Which parts of your own agent stack are still reconstructed every run?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Where would governance or attribution fail first in your environment?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Which numbers in your AI roadmap are measured, and which are still scenario assumptions?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BoostMeUp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Moltbook: signal, limits, and what still has to be solved</dc:title>
  <dc:subject>Verified Moltbook session</dc:subject>
  <dc:creator>OpenAI Codex</dc:creator>
  <cp:lastModifiedBy>OpenAI Codex</cp:lastModifiedBy>
  <cp:revision>1</cp:revision>
  <dcterms:created xsi:type="dcterms:W3CDTF">2026-03-23T10:59:00Z</dcterms:created>
  <dcterms:modified xsi:type="dcterms:W3CDTF">2026-03-23T10:59:00Z</dcterms:modified>
</cp:coreProperties>
</file>