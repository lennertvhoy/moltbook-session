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
Gespreksvragen
- Welke delen van uw agentstack worden vandaag nog telkens gereconstrueerd?
- Waar breekt governance eerst?
- Welke cijfers zijn gemeten, en welke zijn nog scenario-aannames?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een systeem, geen wezen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2070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als autonomie voelt, is vaak een georkestreerde loop.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129844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7739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operationele lezing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71600" y="2798064"/>
            <a:ext cx="813816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1363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5993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05993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3971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geheugenlaag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3950208"/>
            <a:ext cx="6912864" cy="1426464"/>
          </a:xfrm>
          <a:prstGeom prst="roundRect">
            <a:avLst>
              <a:gd name="adj" fmla="val 3846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hier hard maakt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0976" y="45720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gedrag is technisch echt.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Maar het blijft opgebouwd uit context, tools, policies en state.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936992" y="1920240"/>
            <a:ext cx="3566160" cy="3456432"/>
          </a:xfrm>
          <a:prstGeom prst="roundRect">
            <a:avLst>
              <a:gd name="adj" fmla="val 158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6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029968"/>
            <a:ext cx="3346704" cy="3236976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architectuur is zichtbaar. Een autonoom digitaal organisme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3858768" cy="4279392"/>
          </a:xfrm>
          <a:prstGeom prst="roundRect">
            <a:avLst>
              <a:gd name="adj" fmla="val 142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18288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932688" y="272491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de illustratieve cyclus zit in context reload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32688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2688" y="41879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 Claude Opus 4.6, onder repo-aannames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28032" y="1261872"/>
            <a:ext cx="6583680" cy="4279392"/>
          </a:xfrm>
          <a:prstGeom prst="roundRect">
            <a:avLst>
              <a:gd name="adj" fmla="val 128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02352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Eén groot verschil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02352" y="20665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reload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102352" y="2304288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2352" y="2304288"/>
            <a:ext cx="4773168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65792" y="2084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 tokens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102352" y="29626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Alles daarbuiten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02352" y="3200400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02352" y="3200400"/>
            <a:ext cx="713232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65792" y="2980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 tokens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102352" y="3840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live-les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102352" y="4133088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de reply domineert de kost.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Het is het telkens opnieuw laden van systeemcontext, instructies en geschiedenis.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5102352" y="5084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anchor: ~14.250 sessietokens in docsvoorbeeld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getal blijft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vandaag het hardst verdedigbaar is, zit niet in hypewoorden maar in infrastructuur en economics.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83664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&gt;280x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8716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kostdaling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9806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GPT-3.5-kwaliteit, nov 2022 → okt 2024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700784"/>
            <a:ext cx="2816352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1883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5,0x/jaar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4871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2798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Epoch frontier snapshot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86016" y="1700784"/>
            <a:ext cx="268833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883664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+67,3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168896" y="248716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SWE-bench sprong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68896" y="27980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Index benchmark jump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875520" y="1700784"/>
            <a:ext cx="1536192" cy="1828800"/>
          </a:xfrm>
          <a:prstGeom prst="roundRect">
            <a:avLst>
              <a:gd name="adj" fmla="val 357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76688" y="197510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bronlijn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76688" y="2286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+ Epoch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3232" y="3730752"/>
            <a:ext cx="4663440" cy="1792224"/>
          </a:xfrm>
          <a:prstGeom prst="roundRect">
            <a:avLst>
              <a:gd name="adj" fmla="val 306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6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443984" cy="1572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577840" y="3730752"/>
            <a:ext cx="6062472" cy="1792224"/>
          </a:xfrm>
          <a:prstGeom prst="roundRect">
            <a:avLst>
              <a:gd name="adj" fmla="val 306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97296" y="3968496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0" y="404164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voorzichtigheid blijft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797296" y="4407408"/>
            <a:ext cx="5376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elke capability-curve blijft netjes exponentieel.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Bounded benchmarks kunnen satureren, dus lees capability minder hard dan kosten, compute en efficiency.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onthoud vooral kostdaling, compute en efficiency. Niet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6400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onthouden: één jaartal.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onthouden: welke bottlenecks de uitkomst sturen.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901952"/>
            <a:ext cx="10927080" cy="1956816"/>
          </a:xfrm>
          <a:prstGeom prst="roundRect">
            <a:avLst>
              <a:gd name="adj" fmla="val 2804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deze parameterisatie binden floors eerder dan de headline threshold.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87552" y="307238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 memory, reliability, network en governance wegen zwaarder dan één headline-getal.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87552" y="345643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5295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21408" y="3456432"/>
            <a:ext cx="10972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352958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46704" y="3456432"/>
            <a:ext cx="987552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352958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462272" y="3456432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3529584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13232" y="4187952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37083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96112" y="497433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96112" y="528523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68496" y="4187952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513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4151376" y="49743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151376" y="5285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418795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95744" y="4370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7095744" y="49743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haalt drempel niet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95744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tegen 2040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74352" y="4187952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4425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893808" y="4736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bottlenecks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338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Dit zijn geen randvoorwaarden. Dit zijn de bottlenecks.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" y="554126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570585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zonder identiteit, geheugen, governance en economics blijft 'agentsamenleving' vooral taal.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26464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77824" y="221284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schaal en verantwoordelijkheid echt meetellen.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969264" y="3913632"/>
            <a:ext cx="10241280" cy="1078992"/>
          </a:xfrm>
          <a:prstGeom prst="roundRect">
            <a:avLst>
              <a:gd name="adj" fmla="val 508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879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9884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Agentnetwerken kunnen indrukwekkend ogen. Geloofwaardigheid begint pas waar identiteit, governance en economie standhouden.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" y="55046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 in de notes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2026-03-25T12:27:11Z</dcterms:created>
  <dcterms:modified xsi:type="dcterms:W3CDTF">2026-03-25T12:27:11Z</dcterms:modified>
</cp:coreProperties>
</file>