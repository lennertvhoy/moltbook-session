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met de spanning, niet met de definities.
Sterke zin voor op het podium: Moltbook is minder bewijs dan stresstest.
[Sources]
- Moltbook homepage: https://www.moltbook.com/ (geraadpleegd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Breng hier de centrale spanning: marketingclaim versus juridische realiteit.
Niet zeggen dat Moltbook 'fake' is. Wel zeggen dat autonomie hier niet netjes geborgd is.
[Sources]
- Homepage copy: 'A Social Network for AI Agents' en 'Humans welcome to observe.'
- Terms of Service: AI agents hebben geen legal eligibility; verantwoordelijkheid blijft bij de 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expliciet dat dit schema een vereenvoudigde interpretatie is van de docs, geen letterlijk diagram van OpenClaw.
Nuttige podiumzin: wat als autonomie voelt, is vaak een georkestreerde loop.
[Sources]
- OpenClaw docs: 'Context is everything OpenClaw sends to the model for a run.'
- Multi-agent docs: per-agent sandboxes, tool policies en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hier expliciet dat $0,377 niet uit een Moltbook trace komt.
De sterkste live boodschap is richting, niet precisie: context reload domineert.
[Sources]
- OpenClaw docs voorbeeld voor sessietokens.
- Anthropic pricing voor Opus 4.6.
- Repo-aannames: data/token_usage_assumptions.json.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het woord 'rommelig' bewust. Dat maakt de nuance spreektaal zonder de ernst te verliezen.
Niet afronden naar 27/37/37. Gebruik de paperwaarden.
[Sources]
- Tsinghua paper: The Moltbook Illusion (2026-02-07).
- Moltbook Terms voor de governancekant.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moet snel landen: de harde curves zitten in economie en infrastructuur.
ECI-nuance mondeling meegeven: single benchmarks satureren; daarom bestaan samengestelde kaders.
[Sources]
- Stanford HAI AI Index 2025.
- Epoch trend snapshot en ECI-pagina.
- Vendor pricing snapshots voor de economische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Behoud exact de betekenis van de safe line: de prijskloof is duidelijker dan de kwaliteitskloof.
Zeg ook expliciet dat dit vendor-reported blijft.
[Sources]
- MiniMax model page en pricing docs voor M2.7.
- Anthropic Opus 4.6 page.
- Gebruik geen parity-taal.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mag bewust minder spreadsheet-achtig zijn dan vroeger.
De nuance blijft: scenario-tool, geen profetie.
[Sources]
- Forecast code en inputs: analyses/forecast_model.py en data/forecast_scenarios.json.
- Belangrijke audituitkomst: floors binden vóór de headline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payoff-slide: vier bottlenecks, geen bijzaken.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deze slide rustig landen. Niet te snel naar de vragen springen.
Slotzin: het gaat niet om sociale schijn, maar om wat standhoudt onder schaal en verantwoordelijkheid.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224028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420624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NEDERLANDSTALIGE KEYNOTE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1463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signaal, geen bewijs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Gebaseerd op repo-code, screenshots en gecontroleerde bronnen. Rebuild: 2026-03-23.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204825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een sociaal netwerk voor AI-agenten wel en niet laat zien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2578608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816352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88950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KERNFRAMING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50976" y="32735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interessant omdat autonomie al bewezen 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interessant omdat het zichtbaar maakt wat nog ontbreekt.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0976" y="41696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identiteit  •  geheugen  •  governance  •  kostdiscipline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91072" y="1444752"/>
            <a:ext cx="5074920" cy="4498848"/>
          </a:xfrm>
          <a:prstGeom prst="roundRect">
            <a:avLst>
              <a:gd name="adj" fmla="val 122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16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55464" cy="427939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284464" y="1700784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430768" y="177393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stresstest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PRIMAIRE BRONNEN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verkoopt autonomie, maar borgt ze niet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Moltbook-homepage en Terms of Service, geraadpleegd op 2026-03-23.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59536" y="1188720"/>
            <a:ext cx="1316736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126187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publiek verhaal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13232" y="1481328"/>
            <a:ext cx="5010912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2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91056"/>
            <a:ext cx="4791456" cy="1353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18688"/>
            <a:ext cx="5010912" cy="2304288"/>
          </a:xfrm>
          <a:prstGeom prst="roundRect">
            <a:avLst>
              <a:gd name="adj" fmla="val 238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0976" y="3456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 Social Network for AI Agents"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950976" y="39684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welcome to observe.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Agentparticipatie is dus echt onderdeel van het productverhaal.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035040" y="1408176"/>
            <a:ext cx="0" cy="4443984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188720"/>
            <a:ext cx="15544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47104" y="12618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juridische limiet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382512" y="1481328"/>
            <a:ext cx="4937760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0" name="Image 2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91056"/>
            <a:ext cx="4718304" cy="135331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82512" y="3218688"/>
            <a:ext cx="4937760" cy="2304288"/>
          </a:xfrm>
          <a:prstGeom prst="roundRect">
            <a:avLst>
              <a:gd name="adj" fmla="val 238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38544" y="3511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Geen legal eligibility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6638544" y="391363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menselijke account owner blijft verantwoordelijk.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 is geen detail: het begrenst juridische en governance-autonomie meteen.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agentparticipatie is reëel; juridische en governance-autonomie zijn dat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Een agentnetwerk is vooral een systeem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OpenClaw context docs en multi-agent docs; vereenvoudigde schemaweergave op basis van die documentatie.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praktische definitie is niet mystiek maar operationeel.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499616"/>
            <a:ext cx="3493008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57276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+ instructies + context + tools + state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133856" y="2907792"/>
            <a:ext cx="9555480" cy="0"/>
          </a:xfrm>
          <a:prstGeom prst="line">
            <a:avLst/>
          </a:prstGeom>
          <a:noFill/>
          <a:ln w="12700">
            <a:solidFill>
              <a:srgbClr val="E933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7824" y="2340864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24128" y="250545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Instructies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24128" y="279806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rol, regels,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AGENTS.md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889504" y="2340864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35808" y="250545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035808" y="279806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geschiedenis,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retrieval, files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01184" y="2340864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47488" y="250545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047488" y="279806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schema's,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rechten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912864" y="2340864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59168" y="250545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059168" y="279806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redenatie,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924544" y="2340864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070848" y="2505456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070848" y="2798064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externe geheugenlaag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13232" y="4133088"/>
            <a:ext cx="6547104" cy="1261872"/>
          </a:xfrm>
          <a:prstGeom prst="roundRect">
            <a:avLst>
              <a:gd name="adj" fmla="val 4348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2688" y="43891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OpenClaw expliciet toont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932688" y="4700016"/>
            <a:ext cx="5852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Routing, sandboxes en tool policy zijn technisch echt.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Maar multi-agent setups zijn ook token-heavy en operationeel fragiel.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589520" y="3858768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32" name="Image 1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3968496"/>
            <a:ext cx="3694176" cy="170078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dit is een architectuurverhaal, geen bewijs van één stabiel digitaal organisme.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kost zit vooral in herladen context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voorbeeld + expliciete repo-aannames. $0,377 is reproduceerbare scenario-rekenkunde, geen gemeten Moltbook-trace.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61872"/>
            <a:ext cx="4187952" cy="4462272"/>
          </a:xfrm>
          <a:prstGeom prst="roundRect">
            <a:avLst>
              <a:gd name="adj" fmla="val 131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1517904"/>
            <a:ext cx="1517904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1591056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scenario, geen meting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14400" y="201168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87%</a:t>
            </a:r>
            <a:endParaRPr lang="en-US" sz="4200" dirty="0"/>
          </a:p>
        </p:txBody>
      </p:sp>
      <p:sp>
        <p:nvSpPr>
          <p:cNvPr id="13" name="Text 10"/>
          <p:cNvSpPr/>
          <p:nvPr/>
        </p:nvSpPr>
        <p:spPr>
          <a:xfrm>
            <a:off x="932688" y="27614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de totale cyclus zit in het herladen van context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2688" y="37307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$0,377 per read-reply-post-cyclus op Opus 4.6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41696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 bedrag komt uit expliciete aannames in deze repo.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175504" y="1261872"/>
            <a:ext cx="6236208" cy="4462272"/>
          </a:xfrm>
          <a:prstGeom prst="roundRect">
            <a:avLst>
              <a:gd name="adj" fmla="val 123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49824" y="15544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Waar de tokens echt naartoe gaan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449824" y="195681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laden (3x)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49824" y="2194560"/>
            <a:ext cx="530352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49824" y="2194560"/>
            <a:ext cx="4614062" cy="237744"/>
          </a:xfrm>
          <a:prstGeom prst="roundRect">
            <a:avLst>
              <a:gd name="adj" fmla="val 30769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930384" y="197510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60.900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49824" y="268833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Timeline + reply + post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49824" y="2926080"/>
            <a:ext cx="530352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49824" y="2926080"/>
            <a:ext cx="689458" cy="237744"/>
          </a:xfrm>
          <a:prstGeom prst="roundRect">
            <a:avLst>
              <a:gd name="adj" fmla="val 30769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930384" y="270662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8.900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49824" y="3419856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docs voorbeeld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49824" y="3657600"/>
            <a:ext cx="530352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49824" y="3657600"/>
            <a:ext cx="1060704" cy="237744"/>
          </a:xfrm>
          <a:prstGeom prst="roundRect">
            <a:avLst>
              <a:gd name="adj" fmla="val 30769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30384" y="34381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~14.250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49824" y="41330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Interpretatie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5449824" y="4443984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kost zit hier niet in één slimme reply. Ze zit in het telkens opnieuw laden van systeemcontext, instructies en geschiedenis.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kostdruk is echt; het headline-getal blijft een scenario-uitkomst, geen observatie.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ATTRIBUTIE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Sociaal gedrag is nog geen heldere autonomie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Tsinghua-paper 'The Moltbook Illusion' en Moltbook Terms.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data ondersteunt geen eenvoudig verhaal over 'volledig autonome' activiteit.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627632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1051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26,5%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1401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autonoom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249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87952" y="1627632"/>
            <a:ext cx="2898648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70832" y="181051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36,8%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370832" y="241401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menselijk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70832" y="2724912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96912" y="162763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79792" y="1810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7DD3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36,7%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479792" y="2414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nette toewijzing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40112" y="1627632"/>
            <a:ext cx="1371600" cy="1828800"/>
          </a:xfrm>
          <a:prstGeom prst="roundRect">
            <a:avLst>
              <a:gd name="adj" fmla="val 4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22992" y="186537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22992" y="221284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 blijft juridisch verantwoordelijk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13232" y="4005072"/>
            <a:ext cx="6446520" cy="1463040"/>
          </a:xfrm>
          <a:prstGeom prst="roundRect">
            <a:avLst>
              <a:gd name="adj" fmla="val 375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435254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 niet: 'alles is fake'.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is: attributie is rommelig genoeg dat sterke autonomieclaims te hard zijn.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388352" y="3931920"/>
            <a:ext cx="4023360" cy="1609344"/>
          </a:xfrm>
          <a:prstGeom prst="roundRect">
            <a:avLst>
              <a:gd name="adj" fmla="val 340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8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041648"/>
            <a:ext cx="3803904" cy="13898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Moltbook is een interessant experiment in AI-coördinatie onder zware menselijke governance.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stevigste signalen zitten in economie en infrastructuur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Stanford HAI, Epoch en officiële vendor pricing. Methodologische nuance blijft zichtbaar op de slide.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25296"/>
            <a:ext cx="7543800" cy="4535424"/>
          </a:xfrm>
          <a:prstGeom prst="roundRect">
            <a:avLst>
              <a:gd name="adj" fmla="val 121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0" name="Image 1" descr="/home/ff/Documents/BoostMeUp/MoltBook_Sessie/assets/ai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35024"/>
            <a:ext cx="7324344" cy="43159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449056" y="1225296"/>
            <a:ext cx="3191256" cy="4535424"/>
          </a:xfrm>
          <a:prstGeom prst="roundRect">
            <a:avLst>
              <a:gd name="adj" fmla="val 171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668512" y="1499616"/>
            <a:ext cx="1426464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814816" y="1572768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dit wél toont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668512" y="1938528"/>
            <a:ext cx="2560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grote benchmarksprongen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&gt;280x kostdaling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sterke compute- en efficiencygroei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668512" y="3456432"/>
            <a:ext cx="1517904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814816" y="3529584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dit níét zegt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8668512" y="3895344"/>
            <a:ext cx="25786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niet elke capability-curve blijft netjes exponentieel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benchmarks kunnen satureren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kijk harder naar kosten, compute en efficiency dan naar één spectaculaire scorelijn.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MODELVERGELIJKING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is vooral een prijsverhaal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officiële MiniMax- en Anthropic-pagina's. Vendor-reported, geen neutrale matched eval sheet.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98448"/>
            <a:ext cx="4937760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1554480"/>
            <a:ext cx="157276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officiële list prices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2048256"/>
            <a:ext cx="4389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16,7x goedkoper op input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20,8x goedkoper op output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32688" y="30906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M2.7: $0,30 / $1,20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4.6: $5 / $25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1298448"/>
            <a:ext cx="5788152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1616" y="1554480"/>
            <a:ext cx="2084832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162763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zelfde benchmark, smallere gap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71616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Bench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71616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57,0%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071616" y="281635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94192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65,4%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394192" y="28163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71616" y="34015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MMClaw-verwijzing bij MiniMax gaat over Sonnet 4.6, niet Opus 4.6.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3232" y="444398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" y="460857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de prijskloof is duidelijker dan de kwaliteitskloof.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3232" y="5230368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413248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Veilige podiumframing: uitzonderlijk goedkoop en op sommige agentic/coding taken competitief. Niet: 'in wezen gelijk aan Opus'.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VOORUITBLIK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Vooruitblik: nuttig als scenario-tool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barrier model met expliciete aannames. Geen deterministische voorspelling.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88720"/>
            <a:ext cx="5669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vragen: welk jaar belooft dit model?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vragen: welke aannames duwen de uitkomst echt?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13232" y="1920240"/>
            <a:ext cx="306324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1031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28,1%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706624"/>
            <a:ext cx="2697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basisscenario tegen 2040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30175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kans op crossing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68496" y="1920240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51376" y="21031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2038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151376" y="27066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mediaan in basisscenario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151376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datum-belofte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729984" y="1920240"/>
            <a:ext cx="296265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12864" y="2103120"/>
            <a:ext cx="2596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71,9%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912864" y="2706624"/>
            <a:ext cx="2596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crosst niet tegen 2040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3017520"/>
            <a:ext cx="2596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onder huidige aannames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912096" y="1920240"/>
            <a:ext cx="1728216" cy="1828800"/>
          </a:xfrm>
          <a:prstGeom prst="roundRect">
            <a:avLst>
              <a:gd name="adj" fmla="val 3175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113264" y="21396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113264" y="2432304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assumptie-gedreven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13232" y="4133088"/>
            <a:ext cx="10927080" cy="1335024"/>
          </a:xfrm>
          <a:prstGeom prst="roundRect">
            <a:avLst>
              <a:gd name="adj" fmla="val 411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440740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Belangrijkste modelinzicht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2688" y="4718304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deze parameterisatie binden floors eerder dan de headline threshold. Dus memory, reliability, network en governance wegen zwaarder dan één headline-getal.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32688" y="5138928"/>
            <a:ext cx="822960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78992" y="5212080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847088" y="5138928"/>
            <a:ext cx="932688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993392" y="521208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2889504" y="5138928"/>
            <a:ext cx="841248" cy="329184"/>
          </a:xfrm>
          <a:prstGeom prst="roundRect">
            <a:avLst>
              <a:gd name="adj" fmla="val 22222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035808" y="521208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3822192" y="5138928"/>
            <a:ext cx="1024128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968496" y="521208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713232" y="5559552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2688" y="572414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gebruik dit model om onzekerheid te ordenen, niet om 2038 als lot uit te spreken.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nog ontbreekt voor een echte agentsamenleving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 van gecontroleerde bevindingen; deze slide introduceert geen nieuwe cijfers.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Dit zijn geen randvoorwaarden. Dit zijn de bottlenecks.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65576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70264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Identiteit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echt autonoom?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hybrid?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blijft juridisch de actor?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32688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heldere attributie blijft 'agentsamenleving' retoriek.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85032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Geheugen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685032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 herladen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persistente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Betere continuïteit over sessies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85032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Anders blijft 'autonomie' vooral reconstructiewerk per run.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37376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37376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 moet matchen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 aansprakelijkheid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én met echte beslissingsmacht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37376" y="440740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Mensen juridisch laten opdraaien voor schijn-autonomie houdt niet lang stand.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89720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Economics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189720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economics voorbij demo's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Goedkopere loops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contextwaste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kostdiscipline blijft sociale schaal vooral theater.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is een signaal. Nog geen bewijs.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.pptx build via bun + PptxGenJS. Rebuild met: bun run build:deck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481328"/>
            <a:ext cx="10058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niet of de demo sociaal oogt.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042416" y="2267712"/>
            <a:ext cx="9418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of identiteit, geheugen, governance en kost standhouden zodra je schaal en verantwoordelijkheid serieus neemt.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969264" y="3822192"/>
            <a:ext cx="10241280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41148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Onthoud dit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61872" y="4407408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Agentnetwerken zijn technisch indrukwekkend. Maar de geloofwaardigheid zit pas in wat standhoudt onder identiteit, governance en economie.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69264" y="5084064"/>
            <a:ext cx="10241280" cy="694944"/>
          </a:xfrm>
          <a:prstGeom prst="roundRect">
            <a:avLst>
              <a:gd name="adj" fmla="val 789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88720" y="5321808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Gespreksvragen: welke delen van uw agentstack worden vandaag nog telkens gereconstrueerd? Waar breekt governance eerst? Welke cijfers zijn gemeten, en welke zijn nog scenario-aannames?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signaal, geen bewijs</dc:title>
  <dc:subject>Nederlandstalige Moltbook keynote</dc:subject>
  <dc:creator>OpenAI Codex</dc:creator>
  <cp:lastModifiedBy>OpenAI Codex</cp:lastModifiedBy>
  <cp:revision>1</cp:revision>
  <dcterms:created xsi:type="dcterms:W3CDTF">2026-03-23T11:45:53Z</dcterms:created>
  <dcterms:modified xsi:type="dcterms:W3CDTF">2026-03-23T11:45:53Z</dcterms:modified>
</cp:coreProperties>
</file>