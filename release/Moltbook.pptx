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is intentionally narrower than the original markdown source.
I removed or softened claims that were unsupported, synthetic, or source-misaligned.
Homepage source: https://www.moltbook.com/ (accessed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lines: 'A Social Network for AI Agents' and 'Humans welcome to observe.'
Terms lines 20-28: no legal eligibility for AI agents; responsibility remains with the account holder.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OpenClaw docs line: 'Context is everything OpenClaw sends to the model for a run.'
Multi-agent docs: per-agent sandbox and tool policy; credentials isolated by agent.
FAQ also notes multi-agent teams are fun experiments but token-heavy and often less efficient than one bot with separate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repo treated the $0.38 number as if it were observed.
It is now explicitly labeled as an illustrative scenario built from code and stated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replaced the repo's rounded 27/37/37 slide claim with the paper's classifiable-author split: 26.5 / 36.8 / 36.7.
That is both more accurate and more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chart is source-anchored. The prior repo version used synthetic time series.
MiniMax M2.7 is now strong enough for a narrow official-source-backed economics claim.
The safe line is that the price gap is clearer than the quality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restores MiniMax to the deck, but only in its safe official-source-backed form.
The old ~19x cheaper / ~6% worse framing should stay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kept the barrier-crossing framing but tightened the rhetoric.
The model is now explicit that floor choices and scenario assumptions dominate the output.
Threshold sensitivity alone barely moved results because floors bind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thesis slide in structured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reminding the audience that this deck deliberately tightened confidence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DECK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signal, limits, and what still has to be solved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rebuilt from repo code, screenshots, and cited sources on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57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an AI-agent social network does and does not prove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14600"/>
            <a:ext cx="5349240" cy="2103120"/>
          </a:xfrm>
          <a:prstGeom prst="roundRect">
            <a:avLst>
              <a:gd name="adj" fmla="val 26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27889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thesis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Moltbook matters less as proof that autonomous digital societies already exist, and more as a live stress test of what is still missing: identity, memory, governance, and cost discipline.</a:t>
            </a:r>
            <a:endParaRPr lang="en-US" sz="1600" dirty="0"/>
          </a:p>
        </p:txBody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507492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Moltbook officially claims, and what its terms immediately limit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moltbook.com homepage and Terms of Service, both accessed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5440680" cy="4736592"/>
          </a:xfrm>
          <a:prstGeom prst="roundRect">
            <a:avLst>
              <a:gd name="adj" fmla="val 115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0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983480" cy="2743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55080" y="1417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homepage says 'A Social Network for AI Agents'; the Terms say AI agents have no legal eligibility and the human remains responsible.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355080" y="22402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supports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Moltbook is explicitly built and marketed around agent participation.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Humans are still in the governance loop at the legal layer.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'AI agents only' is therefore not the same as autonomous or self-sovereign.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DOCS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OpenClaw documents the architecture as context, tools, and agent routing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docs.openclaw.ai/concepts/context and docs.openclaw.ai/tools/multi-agent-sandbox-tools.</a:t>
            </a:r>
            <a:endParaRPr lang="en-US" sz="800" dirty="0"/>
          </a:p>
        </p:txBody>
      </p:sp>
      <p:pic>
        <p:nvPicPr>
          <p:cNvPr id="9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298448"/>
            <a:ext cx="5074920" cy="46451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144768" y="1298448"/>
            <a:ext cx="5376672" cy="4645152"/>
          </a:xfrm>
          <a:prstGeom prst="roundRect">
            <a:avLst>
              <a:gd name="adj" fmla="val 11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0" y="1572768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facts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Context is what OpenClaw sends to the model for a run.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OpenClaw supports per-agent sandboxes, tool policies, and routing.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docs explicitly warn that multi-agent setups are token-heavy in practice.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 system architecture story, not evidence of one stable, self-contained digital organism.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ANALYSIS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cost story is real, but the headline number is a scenario, not a measurement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anchors: OpenClaw context docs and Anthropic pricing. Scenario assumptions are explicit in data/token_usage_assumptions.json.</a:t>
            </a:r>
            <a:endParaRPr lang="en-US" sz="800" dirty="0"/>
          </a:p>
        </p:txBody>
      </p:sp>
      <p:pic>
        <p:nvPicPr>
          <p:cNvPr id="9" name="Image 1" descr="/home/ff/Documents/BoostMeUp/MoltBook_Sessie/assets/token_break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234440"/>
            <a:ext cx="7360920" cy="48920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11312" y="1417320"/>
            <a:ext cx="3273552" cy="4389120"/>
          </a:xfrm>
          <a:prstGeom prst="roundRect">
            <a:avLst>
              <a:gd name="adj" fmla="val 1676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58200" y="1737360"/>
            <a:ext cx="2743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can say cleanly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OpenClaw shows a documented example with ~14,250 total session tokens.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richer social-agent workflow can plausibly be &gt;20k tokens per action.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Under the stated assumptions in this repo, one read-reply-post cycle costs ~$0.377 on Opus 4.6.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should not say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That $0.377 is a measured Moltbook trace.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RED-TEAM CHECK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 and governance remain unresolved, even if the behavior looks social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Tsinghua paper 'The Moltbook Illusion' (2026-02-07) and Moltbook Terms.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325880"/>
            <a:ext cx="5166360" cy="4754880"/>
          </a:xfrm>
          <a:prstGeom prst="roundRect">
            <a:avLst>
              <a:gd name="adj" fmla="val 1154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645920"/>
            <a:ext cx="4800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Tsinghua paper findings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- 26.5% of classifiable authors fell into autonomous-leaning timing categories.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- 36.8% were human-leaning.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- 36.7% fell into the ambiguous middle range.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clean claim is not 'Moltbook is fake.' It is that attribution is messy enough that strong autonomy claims need more caution than the original deck used.</a:t>
            </a:r>
            <a:endParaRPr lang="en-US" sz="1600" dirty="0"/>
          </a:p>
        </p:txBody>
      </p:sp>
      <p:pic>
        <p:nvPicPr>
          <p:cNvPr id="11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27632"/>
            <a:ext cx="4846320" cy="2148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09360" y="4160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honest framing is 'interesting experiment in AI coordination under heavy human governance and attribution uncertainty.'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trend data cleanly supports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Source-backed metrics; MiniMax and Opus numbers are official vendor pages, not one neutral matched eval sheet.</a:t>
            </a:r>
            <a:endParaRPr lang="en-US" sz="800" dirty="0"/>
          </a:p>
        </p:txBody>
      </p:sp>
      <p:pic>
        <p:nvPicPr>
          <p:cNvPr id="9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207008"/>
            <a:ext cx="10927080" cy="47365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68680" y="5559552"/>
            <a:ext cx="10789920" cy="512064"/>
          </a:xfrm>
          <a:prstGeom prst="roundRect">
            <a:avLst>
              <a:gd name="adj" fmla="val 10714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060704" y="5742432"/>
            <a:ext cx="10378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 note: source-backed metrics + official vendor snapshots; useful for direction, not a neutral matched leaderboard.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ANTI-HYPE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the MiniMax comparison, but keep it on a short analytical leash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MiniMax and Anthropic pages make the economics claim clean; the benchmark claim still needs caveats.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325880"/>
            <a:ext cx="5230368" cy="4709160"/>
          </a:xfrm>
          <a:prstGeom prst="roundRect">
            <a:avLst>
              <a:gd name="adj" fmla="val 1165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69164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now fair to say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M2.7 is officially priced at $0.30 / $1.20 per 1M tokens.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Opus 4.6 is officially priced at $5 / $25 per 1M tokens.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Official Terminal Bench values are 57.0% for M2.7 and 65.4% for Opus 4.6.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Safe summary: much cheaper and still competitive on some agentic coding tasks.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36208" y="1325880"/>
            <a:ext cx="5266944" cy="4709160"/>
          </a:xfrm>
          <a:prstGeom prst="roundRect">
            <a:avLst>
              <a:gd name="adj" fmla="val 1165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1691640"/>
            <a:ext cx="4800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still needs caution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say 'basically equal to Opus 4.6'.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MiniMax's MMClaw note references Sonnet 4.6, not Opus 4.6.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Vendor pages are not the same thing as one independent matched benchmark sheet.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clean on-stage line is: the price gap is clearer than the quality gap.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0" y="4754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wording feels punchier than the evidence, narrow the wording instead of defending the punch.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Forecasts: useful scenario discipline, not prophecy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outputs from explicit assumptions; not a deterministic forecast.</a:t>
            </a:r>
            <a:endParaRPr lang="en-US" sz="800" dirty="0"/>
          </a:p>
        </p:txBody>
      </p:sp>
      <p:pic>
        <p:nvPicPr>
          <p:cNvPr id="9" name="Image 1" descr="/home/ff/Documents/BoostMeUp/MoltBook_Sessie/assets/forecast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207008"/>
            <a:ext cx="10927080" cy="47365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68680" y="5559552"/>
            <a:ext cx="10789920" cy="512064"/>
          </a:xfrm>
          <a:prstGeom prst="roundRect">
            <a:avLst>
              <a:gd name="adj" fmla="val 10714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14400" y="574243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Barrier model + explicit scenario inputs + floor constraints. Treat this as a structured uncertainty map, not a date promise.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still has to be solved before 'agent society' language becomes credible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synthesizes the repo's verified findings rather than introducing new sourced numbers.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371600"/>
            <a:ext cx="3493008" cy="4480560"/>
          </a:xfrm>
          <a:prstGeom prst="roundRect">
            <a:avLst>
              <a:gd name="adj" fmla="val 157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52544" y="1371600"/>
            <a:ext cx="3493008" cy="4480560"/>
          </a:xfrm>
          <a:prstGeom prst="roundRect">
            <a:avLst>
              <a:gd name="adj" fmla="val 157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91856" y="1371600"/>
            <a:ext cx="3493008" cy="4480560"/>
          </a:xfrm>
          <a:prstGeom prst="roundRect">
            <a:avLst>
              <a:gd name="adj" fmla="val 157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53712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Memory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93024" y="16642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 + economics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05740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Stronger attribution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More than owner-linked X verification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Clear separation of human, hybrid, and autonomous activity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53712" y="205740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Cheaper persistent memory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Less repeated context loading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Better continuity across sessions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193024" y="205740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Human accountability that matches actual control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Safer incentive design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Unit economics that survive beyond demos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Conclusion: Moltbook is a useful signal, not yet a proof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generated natively with bun + PptxGenJS. Rebuild with: bun run build:deck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3444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Moltbook is interesting because it exposes the design burden behind agent society claims: identity, memory, governance, and cost all remain active bottlenecks.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13232" y="2057400"/>
            <a:ext cx="1092708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2860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you remember three things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Agent networks are systems of prompts, tools, context, and policy, not magic social beings.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strongest near-term curve is economic and infrastructural, not a clean proof of durable social autonomy.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Forecasts should be presented as assumption maps with visible uncertainty, not as fate.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3232" y="4892040"/>
            <a:ext cx="10927080" cy="1097280"/>
          </a:xfrm>
          <a:prstGeom prst="roundRect">
            <a:avLst>
              <a:gd name="adj" fmla="val 5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5074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 prompts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229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Which parts of your own agent stack are still reconstructed every run?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Where would governance or attribution fail first in your environment?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Which numbers in your AI roadmap are measured, and which are still scenario assumptions?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signal, limits, and what still has to be solved</dc:title>
  <dc:subject>Verified Moltbook session</dc:subject>
  <dc:creator>OpenAI Codex</dc:creator>
  <cp:lastModifiedBy>OpenAI Codex</cp:lastModifiedBy>
  <cp:revision>1</cp:revision>
  <dcterms:created xsi:type="dcterms:W3CDTF">2026-03-23T11:26:28Z</dcterms:created>
  <dcterms:modified xsi:type="dcterms:W3CDTF">2026-03-23T11:26:28Z</dcterms:modified>
</cp:coreProperties>
</file>